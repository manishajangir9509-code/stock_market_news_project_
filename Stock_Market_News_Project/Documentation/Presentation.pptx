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notesMasterIdLst>
    <p:notesMasterId r:id="rId13"/>
  </p:notesMasterIdLst>
  <p:sldIdLst>
    <p:sldId id="258" r:id="rId2"/>
    <p:sldId id="260" r:id="rId3"/>
    <p:sldId id="259" r:id="rId4"/>
    <p:sldId id="261" r:id="rId5"/>
    <p:sldId id="262" r:id="rId6"/>
    <p:sldId id="263" r:id="rId7"/>
    <p:sldId id="264" r:id="rId8"/>
    <p:sldId id="266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39645B-EFC6-4779-AC44-B062C943DF1E}" v="14" dt="2026-06-17T03:20:50.701"/>
    <p1510:client id="{3337A274-ECCA-4663-9299-653298DA36CC}" v="75" dt="2026-06-16T19:01:00.599"/>
    <p1510:client id="{6CCAA3AA-F03A-4DA8-9749-0BED860D0D2B}" v="9" dt="2026-06-17T04:28:47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1" autoAdjust="0"/>
    <p:restoredTop sz="94660"/>
  </p:normalViewPr>
  <p:slideViewPr>
    <p:cSldViewPr snapToGrid="0">
      <p:cViewPr varScale="1">
        <p:scale>
          <a:sx n="73" d="100"/>
          <a:sy n="73" d="100"/>
        </p:scale>
        <p:origin x="96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 Jangir" userId="74c0ff9a4a8d92c6" providerId="LiveId" clId="{4186D8F3-B8A0-4D8E-939C-43F371C267A4}"/>
    <pc:docChg chg="undo custSel addSld delSld modSld">
      <pc:chgData name="Manisha Jangir" userId="74c0ff9a4a8d92c6" providerId="LiveId" clId="{4186D8F3-B8A0-4D8E-939C-43F371C267A4}" dt="2026-06-17T04:29:43.683" v="948" actId="1076"/>
      <pc:docMkLst>
        <pc:docMk/>
      </pc:docMkLst>
      <pc:sldChg chg="modSp mod">
        <pc:chgData name="Manisha Jangir" userId="74c0ff9a4a8d92c6" providerId="LiveId" clId="{4186D8F3-B8A0-4D8E-939C-43F371C267A4}" dt="2026-06-17T02:41:50.339" v="557" actId="20577"/>
        <pc:sldMkLst>
          <pc:docMk/>
          <pc:sldMk cId="1990087584" sldId="258"/>
        </pc:sldMkLst>
        <pc:spChg chg="mod">
          <ac:chgData name="Manisha Jangir" userId="74c0ff9a4a8d92c6" providerId="LiveId" clId="{4186D8F3-B8A0-4D8E-939C-43F371C267A4}" dt="2026-06-17T02:40:30.786" v="445" actId="20577"/>
          <ac:spMkLst>
            <pc:docMk/>
            <pc:sldMk cId="1990087584" sldId="258"/>
            <ac:spMk id="2" creationId="{021CE41C-C6A1-37D7-12F8-EFE3D6E200C6}"/>
          </ac:spMkLst>
        </pc:spChg>
        <pc:spChg chg="mod">
          <ac:chgData name="Manisha Jangir" userId="74c0ff9a4a8d92c6" providerId="LiveId" clId="{4186D8F3-B8A0-4D8E-939C-43F371C267A4}" dt="2026-06-17T02:40:38.270" v="446" actId="1076"/>
          <ac:spMkLst>
            <pc:docMk/>
            <pc:sldMk cId="1990087584" sldId="258"/>
            <ac:spMk id="3" creationId="{DBDFAA0D-2898-8B8D-3840-288150B179B5}"/>
          </ac:spMkLst>
        </pc:spChg>
        <pc:spChg chg="mod">
          <ac:chgData name="Manisha Jangir" userId="74c0ff9a4a8d92c6" providerId="LiveId" clId="{4186D8F3-B8A0-4D8E-939C-43F371C267A4}" dt="2026-06-17T02:41:50.339" v="557" actId="20577"/>
          <ac:spMkLst>
            <pc:docMk/>
            <pc:sldMk cId="1990087584" sldId="258"/>
            <ac:spMk id="4" creationId="{72464739-9C2D-4A91-D09D-C43201B5FD37}"/>
          </ac:spMkLst>
        </pc:spChg>
        <pc:spChg chg="mod">
          <ac:chgData name="Manisha Jangir" userId="74c0ff9a4a8d92c6" providerId="LiveId" clId="{4186D8F3-B8A0-4D8E-939C-43F371C267A4}" dt="2026-06-17T02:40:10.675" v="413" actId="1076"/>
          <ac:spMkLst>
            <pc:docMk/>
            <pc:sldMk cId="1990087584" sldId="258"/>
            <ac:spMk id="5" creationId="{DE73F157-970B-C642-3F36-C0CA0D69EFEB}"/>
          </ac:spMkLst>
        </pc:spChg>
      </pc:sldChg>
      <pc:sldChg chg="modSp mod">
        <pc:chgData name="Manisha Jangir" userId="74c0ff9a4a8d92c6" providerId="LiveId" clId="{4186D8F3-B8A0-4D8E-939C-43F371C267A4}" dt="2026-06-17T02:43:27.814" v="565" actId="1076"/>
        <pc:sldMkLst>
          <pc:docMk/>
          <pc:sldMk cId="663233169" sldId="259"/>
        </pc:sldMkLst>
        <pc:spChg chg="mod">
          <ac:chgData name="Manisha Jangir" userId="74c0ff9a4a8d92c6" providerId="LiveId" clId="{4186D8F3-B8A0-4D8E-939C-43F371C267A4}" dt="2026-06-17T02:43:15.538" v="563" actId="1076"/>
          <ac:spMkLst>
            <pc:docMk/>
            <pc:sldMk cId="663233169" sldId="259"/>
            <ac:spMk id="2" creationId="{8A0ACA5D-4987-703D-DC63-059E9F5E833B}"/>
          </ac:spMkLst>
        </pc:spChg>
        <pc:spChg chg="mod">
          <ac:chgData name="Manisha Jangir" userId="74c0ff9a4a8d92c6" providerId="LiveId" clId="{4186D8F3-B8A0-4D8E-939C-43F371C267A4}" dt="2026-06-17T02:43:27.814" v="565" actId="1076"/>
          <ac:spMkLst>
            <pc:docMk/>
            <pc:sldMk cId="663233169" sldId="259"/>
            <ac:spMk id="3" creationId="{8469C1A5-D3DD-522C-1C8F-558B0E9CADF2}"/>
          </ac:spMkLst>
        </pc:spChg>
      </pc:sldChg>
      <pc:sldChg chg="modSp mod">
        <pc:chgData name="Manisha Jangir" userId="74c0ff9a4a8d92c6" providerId="LiveId" clId="{4186D8F3-B8A0-4D8E-939C-43F371C267A4}" dt="2026-06-17T02:43:07.220" v="562" actId="1076"/>
        <pc:sldMkLst>
          <pc:docMk/>
          <pc:sldMk cId="2116208790" sldId="260"/>
        </pc:sldMkLst>
        <pc:spChg chg="mod">
          <ac:chgData name="Manisha Jangir" userId="74c0ff9a4a8d92c6" providerId="LiveId" clId="{4186D8F3-B8A0-4D8E-939C-43F371C267A4}" dt="2026-06-17T02:42:16.753" v="558" actId="1076"/>
          <ac:spMkLst>
            <pc:docMk/>
            <pc:sldMk cId="2116208790" sldId="260"/>
            <ac:spMk id="2" creationId="{9D8BA08A-03B4-3158-3AC8-3796F1BD9B2B}"/>
          </ac:spMkLst>
        </pc:spChg>
        <pc:spChg chg="mod">
          <ac:chgData name="Manisha Jangir" userId="74c0ff9a4a8d92c6" providerId="LiveId" clId="{4186D8F3-B8A0-4D8E-939C-43F371C267A4}" dt="2026-06-17T02:43:07.220" v="562" actId="1076"/>
          <ac:spMkLst>
            <pc:docMk/>
            <pc:sldMk cId="2116208790" sldId="260"/>
            <ac:spMk id="3" creationId="{BCF9908F-91DC-593A-93FB-CF0A97F84D49}"/>
          </ac:spMkLst>
        </pc:spChg>
        <pc:spChg chg="mod">
          <ac:chgData name="Manisha Jangir" userId="74c0ff9a4a8d92c6" providerId="LiveId" clId="{4186D8F3-B8A0-4D8E-939C-43F371C267A4}" dt="2026-06-17T02:42:31.482" v="560" actId="1076"/>
          <ac:spMkLst>
            <pc:docMk/>
            <pc:sldMk cId="2116208790" sldId="260"/>
            <ac:spMk id="4" creationId="{F3004BCB-5B77-9A2D-1EA4-6BE83FEE2D6C}"/>
          </ac:spMkLst>
        </pc:spChg>
        <pc:spChg chg="mod">
          <ac:chgData name="Manisha Jangir" userId="74c0ff9a4a8d92c6" providerId="LiveId" clId="{4186D8F3-B8A0-4D8E-939C-43F371C267A4}" dt="2026-06-17T02:42:36.856" v="561" actId="1076"/>
          <ac:spMkLst>
            <pc:docMk/>
            <pc:sldMk cId="2116208790" sldId="260"/>
            <ac:spMk id="5" creationId="{E7FC2609-2A30-67ED-3152-19FA66B98A96}"/>
          </ac:spMkLst>
        </pc:spChg>
      </pc:sldChg>
      <pc:sldChg chg="addSp delSp modSp mod">
        <pc:chgData name="Manisha Jangir" userId="74c0ff9a4a8d92c6" providerId="LiveId" clId="{4186D8F3-B8A0-4D8E-939C-43F371C267A4}" dt="2026-06-17T02:43:51.174" v="569" actId="1076"/>
        <pc:sldMkLst>
          <pc:docMk/>
          <pc:sldMk cId="1251273470" sldId="261"/>
        </pc:sldMkLst>
        <pc:spChg chg="add del mod">
          <ac:chgData name="Manisha Jangir" userId="74c0ff9a4a8d92c6" providerId="LiveId" clId="{4186D8F3-B8A0-4D8E-939C-43F371C267A4}" dt="2026-06-17T02:33:53.346" v="314" actId="21"/>
          <ac:spMkLst>
            <pc:docMk/>
            <pc:sldMk cId="1251273470" sldId="261"/>
            <ac:spMk id="2" creationId="{13D6646D-2B44-3AB8-32BC-DD1761E131C2}"/>
          </ac:spMkLst>
        </pc:spChg>
        <pc:spChg chg="mod">
          <ac:chgData name="Manisha Jangir" userId="74c0ff9a4a8d92c6" providerId="LiveId" clId="{4186D8F3-B8A0-4D8E-939C-43F371C267A4}" dt="2026-06-17T02:43:40.579" v="568" actId="1076"/>
          <ac:spMkLst>
            <pc:docMk/>
            <pc:sldMk cId="1251273470" sldId="261"/>
            <ac:spMk id="4" creationId="{04224A53-2855-A610-50EB-D860BDB3CA7C}"/>
          </ac:spMkLst>
        </pc:spChg>
        <pc:graphicFrameChg chg="mod modGraphic">
          <ac:chgData name="Manisha Jangir" userId="74c0ff9a4a8d92c6" providerId="LiveId" clId="{4186D8F3-B8A0-4D8E-939C-43F371C267A4}" dt="2026-06-17T02:43:51.174" v="569" actId="1076"/>
          <ac:graphicFrameMkLst>
            <pc:docMk/>
            <pc:sldMk cId="1251273470" sldId="261"/>
            <ac:graphicFrameMk id="3" creationId="{05A9C60B-8D09-D8E2-319F-5276AC962D63}"/>
          </ac:graphicFrameMkLst>
        </pc:graphicFrameChg>
      </pc:sldChg>
      <pc:sldChg chg="addSp delSp modSp mod">
        <pc:chgData name="Manisha Jangir" userId="74c0ff9a4a8d92c6" providerId="LiveId" clId="{4186D8F3-B8A0-4D8E-939C-43F371C267A4}" dt="2026-06-17T03:27:18.103" v="877" actId="207"/>
        <pc:sldMkLst>
          <pc:docMk/>
          <pc:sldMk cId="3022869966" sldId="262"/>
        </pc:sldMkLst>
        <pc:spChg chg="mod">
          <ac:chgData name="Manisha Jangir" userId="74c0ff9a4a8d92c6" providerId="LiveId" clId="{4186D8F3-B8A0-4D8E-939C-43F371C267A4}" dt="2026-06-17T02:45:41.096" v="585" actId="1076"/>
          <ac:spMkLst>
            <pc:docMk/>
            <pc:sldMk cId="3022869966" sldId="262"/>
            <ac:spMk id="20" creationId="{2719CB73-E20F-C22C-2735-304E8C5A57EA}"/>
          </ac:spMkLst>
        </pc:spChg>
        <pc:spChg chg="mod">
          <ac:chgData name="Manisha Jangir" userId="74c0ff9a4a8d92c6" providerId="LiveId" clId="{4186D8F3-B8A0-4D8E-939C-43F371C267A4}" dt="2026-06-17T02:45:58.555" v="587" actId="1076"/>
          <ac:spMkLst>
            <pc:docMk/>
            <pc:sldMk cId="3022869966" sldId="262"/>
            <ac:spMk id="21" creationId="{7F80CDDD-9348-9454-7072-52DA7F8AE92E}"/>
          </ac:spMkLst>
        </pc:spChg>
        <pc:spChg chg="mod">
          <ac:chgData name="Manisha Jangir" userId="74c0ff9a4a8d92c6" providerId="LiveId" clId="{4186D8F3-B8A0-4D8E-939C-43F371C267A4}" dt="2026-06-17T02:46:17.240" v="590" actId="1076"/>
          <ac:spMkLst>
            <pc:docMk/>
            <pc:sldMk cId="3022869966" sldId="262"/>
            <ac:spMk id="22" creationId="{73116084-9059-082A-D4B4-F1FC68F34EE3}"/>
          </ac:spMkLst>
        </pc:spChg>
        <pc:spChg chg="mod">
          <ac:chgData name="Manisha Jangir" userId="74c0ff9a4a8d92c6" providerId="LiveId" clId="{4186D8F3-B8A0-4D8E-939C-43F371C267A4}" dt="2026-06-17T02:46:35.489" v="592" actId="1076"/>
          <ac:spMkLst>
            <pc:docMk/>
            <pc:sldMk cId="3022869966" sldId="262"/>
            <ac:spMk id="23" creationId="{2A784D5F-8108-5385-8EA5-37667A412A6F}"/>
          </ac:spMkLst>
        </pc:spChg>
        <pc:spChg chg="mod">
          <ac:chgData name="Manisha Jangir" userId="74c0ff9a4a8d92c6" providerId="LiveId" clId="{4186D8F3-B8A0-4D8E-939C-43F371C267A4}" dt="2026-06-17T02:47:03.698" v="596" actId="1076"/>
          <ac:spMkLst>
            <pc:docMk/>
            <pc:sldMk cId="3022869966" sldId="262"/>
            <ac:spMk id="24" creationId="{151A6B90-53D6-3981-7765-5D1FB278EE57}"/>
          </ac:spMkLst>
        </pc:spChg>
        <pc:spChg chg="mod">
          <ac:chgData name="Manisha Jangir" userId="74c0ff9a4a8d92c6" providerId="LiveId" clId="{4186D8F3-B8A0-4D8E-939C-43F371C267A4}" dt="2026-06-17T02:47:29.587" v="598" actId="1076"/>
          <ac:spMkLst>
            <pc:docMk/>
            <pc:sldMk cId="3022869966" sldId="262"/>
            <ac:spMk id="25" creationId="{9FC2DCF8-BB86-285D-4DFE-2792F4CE87EB}"/>
          </ac:spMkLst>
        </pc:spChg>
        <pc:spChg chg="mod">
          <ac:chgData name="Manisha Jangir" userId="74c0ff9a4a8d92c6" providerId="LiveId" clId="{4186D8F3-B8A0-4D8E-939C-43F371C267A4}" dt="2026-06-17T02:44:02.244" v="571" actId="1076"/>
          <ac:spMkLst>
            <pc:docMk/>
            <pc:sldMk cId="3022869966" sldId="262"/>
            <ac:spMk id="27" creationId="{58B6EDAD-989B-CAD7-A327-3946369B277C}"/>
          </ac:spMkLst>
        </pc:spChg>
        <pc:graphicFrameChg chg="mod modGraphic">
          <ac:chgData name="Manisha Jangir" userId="74c0ff9a4a8d92c6" providerId="LiveId" clId="{4186D8F3-B8A0-4D8E-939C-43F371C267A4}" dt="2026-06-17T03:26:45.014" v="870" actId="207"/>
          <ac:graphicFrameMkLst>
            <pc:docMk/>
            <pc:sldMk cId="3022869966" sldId="262"/>
            <ac:graphicFrameMk id="2" creationId="{1F58698D-FF6E-29D6-44D5-4FACFE5618CD}"/>
          </ac:graphicFrameMkLst>
        </pc:graphicFrameChg>
        <pc:graphicFrameChg chg="mod modGraphic">
          <ac:chgData name="Manisha Jangir" userId="74c0ff9a4a8d92c6" providerId="LiveId" clId="{4186D8F3-B8A0-4D8E-939C-43F371C267A4}" dt="2026-06-17T03:26:49.074" v="871" actId="207"/>
          <ac:graphicFrameMkLst>
            <pc:docMk/>
            <pc:sldMk cId="3022869966" sldId="262"/>
            <ac:graphicFrameMk id="3" creationId="{C6122CA9-734A-A4F6-AEC3-9459F5B7E3A1}"/>
          </ac:graphicFrameMkLst>
        </pc:graphicFrameChg>
        <pc:graphicFrameChg chg="mod modGraphic">
          <ac:chgData name="Manisha Jangir" userId="74c0ff9a4a8d92c6" providerId="LiveId" clId="{4186D8F3-B8A0-4D8E-939C-43F371C267A4}" dt="2026-06-17T03:26:58.607" v="872" actId="207"/>
          <ac:graphicFrameMkLst>
            <pc:docMk/>
            <pc:sldMk cId="3022869966" sldId="262"/>
            <ac:graphicFrameMk id="4" creationId="{BC0B6E33-C6D3-6088-4F7E-19A63FF5383F}"/>
          </ac:graphicFrameMkLst>
        </pc:graphicFrameChg>
        <pc:graphicFrameChg chg="mod modGraphic">
          <ac:chgData name="Manisha Jangir" userId="74c0ff9a4a8d92c6" providerId="LiveId" clId="{4186D8F3-B8A0-4D8E-939C-43F371C267A4}" dt="2026-06-17T03:27:03.151" v="873" actId="207"/>
          <ac:graphicFrameMkLst>
            <pc:docMk/>
            <pc:sldMk cId="3022869966" sldId="262"/>
            <ac:graphicFrameMk id="5" creationId="{B86C15BF-8BA7-D9F6-13AB-4B1C3A03FB85}"/>
          </ac:graphicFrameMkLst>
        </pc:graphicFrameChg>
        <pc:graphicFrameChg chg="mod modGraphic">
          <ac:chgData name="Manisha Jangir" userId="74c0ff9a4a8d92c6" providerId="LiveId" clId="{4186D8F3-B8A0-4D8E-939C-43F371C267A4}" dt="2026-06-17T03:27:12.157" v="875" actId="207"/>
          <ac:graphicFrameMkLst>
            <pc:docMk/>
            <pc:sldMk cId="3022869966" sldId="262"/>
            <ac:graphicFrameMk id="8" creationId="{AE2DD13B-20D2-EDF7-7AB9-064818C2541A}"/>
          </ac:graphicFrameMkLst>
        </pc:graphicFrameChg>
        <pc:graphicFrameChg chg="mod modGraphic">
          <ac:chgData name="Manisha Jangir" userId="74c0ff9a4a8d92c6" providerId="LiveId" clId="{4186D8F3-B8A0-4D8E-939C-43F371C267A4}" dt="2026-06-17T03:27:08.415" v="874" actId="207"/>
          <ac:graphicFrameMkLst>
            <pc:docMk/>
            <pc:sldMk cId="3022869966" sldId="262"/>
            <ac:graphicFrameMk id="9" creationId="{C524603F-BDB7-8B3D-7ADA-66F8AA59052D}"/>
          </ac:graphicFrameMkLst>
        </pc:graphicFrameChg>
        <pc:graphicFrameChg chg="mod modGraphic">
          <ac:chgData name="Manisha Jangir" userId="74c0ff9a4a8d92c6" providerId="LiveId" clId="{4186D8F3-B8A0-4D8E-939C-43F371C267A4}" dt="2026-06-17T03:27:18.103" v="877" actId="207"/>
          <ac:graphicFrameMkLst>
            <pc:docMk/>
            <pc:sldMk cId="3022869966" sldId="262"/>
            <ac:graphicFrameMk id="19" creationId="{B78F7D02-898F-CA17-473B-7C339509C618}"/>
          </ac:graphicFrameMkLst>
        </pc:graphicFrameChg>
        <pc:picChg chg="add mod">
          <ac:chgData name="Manisha Jangir" userId="74c0ff9a4a8d92c6" providerId="LiveId" clId="{4186D8F3-B8A0-4D8E-939C-43F371C267A4}" dt="2026-06-17T02:55:13.866" v="611" actId="1076"/>
          <ac:picMkLst>
            <pc:docMk/>
            <pc:sldMk cId="3022869966" sldId="262"/>
            <ac:picMk id="7" creationId="{35ABDB52-7CB4-956B-68C5-D38BBEA36D4F}"/>
          </ac:picMkLst>
        </pc:picChg>
        <pc:picChg chg="del">
          <ac:chgData name="Manisha Jangir" userId="74c0ff9a4a8d92c6" providerId="LiveId" clId="{4186D8F3-B8A0-4D8E-939C-43F371C267A4}" dt="2026-06-17T02:45:17.361" v="581" actId="21"/>
          <ac:picMkLst>
            <pc:docMk/>
            <pc:sldMk cId="3022869966" sldId="262"/>
            <ac:picMk id="29" creationId="{23F6AD61-18B7-0B0E-AC49-FE77B2B95A38}"/>
          </ac:picMkLst>
        </pc:picChg>
      </pc:sldChg>
      <pc:sldChg chg="addSp delSp modSp mod">
        <pc:chgData name="Manisha Jangir" userId="74c0ff9a4a8d92c6" providerId="LiveId" clId="{4186D8F3-B8A0-4D8E-939C-43F371C267A4}" dt="2026-06-17T03:04:46.898" v="661" actId="20577"/>
        <pc:sldMkLst>
          <pc:docMk/>
          <pc:sldMk cId="2422230227" sldId="263"/>
        </pc:sldMkLst>
        <pc:spChg chg="mod">
          <ac:chgData name="Manisha Jangir" userId="74c0ff9a4a8d92c6" providerId="LiveId" clId="{4186D8F3-B8A0-4D8E-939C-43F371C267A4}" dt="2026-06-17T03:04:23.774" v="620" actId="1076"/>
          <ac:spMkLst>
            <pc:docMk/>
            <pc:sldMk cId="2422230227" sldId="263"/>
            <ac:spMk id="2" creationId="{B758CB16-32FF-E990-B0E8-0D7D63081811}"/>
          </ac:spMkLst>
        </pc:spChg>
        <pc:spChg chg="mod">
          <ac:chgData name="Manisha Jangir" userId="74c0ff9a4a8d92c6" providerId="LiveId" clId="{4186D8F3-B8A0-4D8E-939C-43F371C267A4}" dt="2026-06-17T03:04:46.898" v="661" actId="20577"/>
          <ac:spMkLst>
            <pc:docMk/>
            <pc:sldMk cId="2422230227" sldId="263"/>
            <ac:spMk id="6" creationId="{9E2402C9-5401-EC6D-2F25-E980A04194BF}"/>
          </ac:spMkLst>
        </pc:spChg>
        <pc:picChg chg="del">
          <ac:chgData name="Manisha Jangir" userId="74c0ff9a4a8d92c6" providerId="LiveId" clId="{4186D8F3-B8A0-4D8E-939C-43F371C267A4}" dt="2026-06-17T03:03:35.983" v="612" actId="21"/>
          <ac:picMkLst>
            <pc:docMk/>
            <pc:sldMk cId="2422230227" sldId="263"/>
            <ac:picMk id="4" creationId="{544A38BE-933B-1AF3-33AF-9BBBF4EF4637}"/>
          </ac:picMkLst>
        </pc:picChg>
        <pc:picChg chg="add mod">
          <ac:chgData name="Manisha Jangir" userId="74c0ff9a4a8d92c6" providerId="LiveId" clId="{4186D8F3-B8A0-4D8E-939C-43F371C267A4}" dt="2026-06-17T03:04:16.747" v="619" actId="1076"/>
          <ac:picMkLst>
            <pc:docMk/>
            <pc:sldMk cId="2422230227" sldId="263"/>
            <ac:picMk id="5" creationId="{EE1BB1CA-9198-3C48-0555-C400A67E543F}"/>
          </ac:picMkLst>
        </pc:picChg>
      </pc:sldChg>
      <pc:sldChg chg="addSp delSp modSp mod">
        <pc:chgData name="Manisha Jangir" userId="74c0ff9a4a8d92c6" providerId="LiveId" clId="{4186D8F3-B8A0-4D8E-939C-43F371C267A4}" dt="2026-06-17T03:09:34.428" v="676" actId="1076"/>
        <pc:sldMkLst>
          <pc:docMk/>
          <pc:sldMk cId="2112961839" sldId="264"/>
        </pc:sldMkLst>
        <pc:spChg chg="mod">
          <ac:chgData name="Manisha Jangir" userId="74c0ff9a4a8d92c6" providerId="LiveId" clId="{4186D8F3-B8A0-4D8E-939C-43F371C267A4}" dt="2026-06-17T03:05:23.040" v="665" actId="1076"/>
          <ac:spMkLst>
            <pc:docMk/>
            <pc:sldMk cId="2112961839" sldId="264"/>
            <ac:spMk id="2" creationId="{10FBE84C-58B4-6A49-3BEE-4A98FE43BD7A}"/>
          </ac:spMkLst>
        </pc:spChg>
        <pc:picChg chg="del">
          <ac:chgData name="Manisha Jangir" userId="74c0ff9a4a8d92c6" providerId="LiveId" clId="{4186D8F3-B8A0-4D8E-939C-43F371C267A4}" dt="2026-06-17T03:05:07.301" v="662" actId="21"/>
          <ac:picMkLst>
            <pc:docMk/>
            <pc:sldMk cId="2112961839" sldId="264"/>
            <ac:picMk id="4" creationId="{C43210E6-33B5-1EAD-B8FE-15273266A772}"/>
          </ac:picMkLst>
        </pc:picChg>
        <pc:picChg chg="del">
          <ac:chgData name="Manisha Jangir" userId="74c0ff9a4a8d92c6" providerId="LiveId" clId="{4186D8F3-B8A0-4D8E-939C-43F371C267A4}" dt="2026-06-17T03:05:14.160" v="664" actId="21"/>
          <ac:picMkLst>
            <pc:docMk/>
            <pc:sldMk cId="2112961839" sldId="264"/>
            <ac:picMk id="5" creationId="{57829745-6C53-9D1F-2D59-8D2097DDDAEE}"/>
          </ac:picMkLst>
        </pc:picChg>
        <pc:picChg chg="add mod">
          <ac:chgData name="Manisha Jangir" userId="74c0ff9a4a8d92c6" providerId="LiveId" clId="{4186D8F3-B8A0-4D8E-939C-43F371C267A4}" dt="2026-06-17T03:09:08.060" v="670" actId="1076"/>
          <ac:picMkLst>
            <pc:docMk/>
            <pc:sldMk cId="2112961839" sldId="264"/>
            <ac:picMk id="6" creationId="{59BD91C0-5C35-E8D3-18F7-4A2933371DC3}"/>
          </ac:picMkLst>
        </pc:picChg>
        <pc:picChg chg="add mod">
          <ac:chgData name="Manisha Jangir" userId="74c0ff9a4a8d92c6" providerId="LiveId" clId="{4186D8F3-B8A0-4D8E-939C-43F371C267A4}" dt="2026-06-17T03:09:34.428" v="676" actId="1076"/>
          <ac:picMkLst>
            <pc:docMk/>
            <pc:sldMk cId="2112961839" sldId="264"/>
            <ac:picMk id="8" creationId="{23286B65-CAA5-407C-6861-C78BDE0008E3}"/>
          </ac:picMkLst>
        </pc:picChg>
        <pc:picChg chg="del">
          <ac:chgData name="Manisha Jangir" userId="74c0ff9a4a8d92c6" providerId="LiveId" clId="{4186D8F3-B8A0-4D8E-939C-43F371C267A4}" dt="2026-06-17T03:05:11.996" v="663" actId="21"/>
          <ac:picMkLst>
            <pc:docMk/>
            <pc:sldMk cId="2112961839" sldId="264"/>
            <ac:picMk id="9" creationId="{68928F6A-F3CE-D2EA-FD56-0548B41C7734}"/>
          </ac:picMkLst>
        </pc:picChg>
      </pc:sldChg>
      <pc:sldChg chg="del">
        <pc:chgData name="Manisha Jangir" userId="74c0ff9a4a8d92c6" providerId="LiveId" clId="{4186D8F3-B8A0-4D8E-939C-43F371C267A4}" dt="2026-06-17T03:07:54.201" v="666" actId="2696"/>
        <pc:sldMkLst>
          <pc:docMk/>
          <pc:sldMk cId="4098918510" sldId="265"/>
        </pc:sldMkLst>
      </pc:sldChg>
      <pc:sldChg chg="addSp delSp modSp mod">
        <pc:chgData name="Manisha Jangir" userId="74c0ff9a4a8d92c6" providerId="LiveId" clId="{4186D8F3-B8A0-4D8E-939C-43F371C267A4}" dt="2026-06-17T03:27:29.281" v="878" actId="207"/>
        <pc:sldMkLst>
          <pc:docMk/>
          <pc:sldMk cId="2516290163" sldId="266"/>
        </pc:sldMkLst>
        <pc:spChg chg="mod">
          <ac:chgData name="Manisha Jangir" userId="74c0ff9a4a8d92c6" providerId="LiveId" clId="{4186D8F3-B8A0-4D8E-939C-43F371C267A4}" dt="2026-06-17T03:09:57.659" v="677" actId="1076"/>
          <ac:spMkLst>
            <pc:docMk/>
            <pc:sldMk cId="2516290163" sldId="266"/>
            <ac:spMk id="2" creationId="{0DFC289A-27CA-EBD0-5DAD-65E1A0A1373E}"/>
          </ac:spMkLst>
        </pc:spChg>
        <pc:spChg chg="mod">
          <ac:chgData name="Manisha Jangir" userId="74c0ff9a4a8d92c6" providerId="LiveId" clId="{4186D8F3-B8A0-4D8E-939C-43F371C267A4}" dt="2026-06-17T03:10:08.817" v="679" actId="1076"/>
          <ac:spMkLst>
            <pc:docMk/>
            <pc:sldMk cId="2516290163" sldId="266"/>
            <ac:spMk id="5" creationId="{F852CA53-066C-0823-78D3-C4FCEC961307}"/>
          </ac:spMkLst>
        </pc:spChg>
        <pc:spChg chg="mod">
          <ac:chgData name="Manisha Jangir" userId="74c0ff9a4a8d92c6" providerId="LiveId" clId="{4186D8F3-B8A0-4D8E-939C-43F371C267A4}" dt="2026-06-17T03:10:38.581" v="681" actId="1076"/>
          <ac:spMkLst>
            <pc:docMk/>
            <pc:sldMk cId="2516290163" sldId="266"/>
            <ac:spMk id="6" creationId="{E54887C1-38F4-1485-1320-64101F5E2C73}"/>
          </ac:spMkLst>
        </pc:spChg>
        <pc:spChg chg="mod">
          <ac:chgData name="Manisha Jangir" userId="74c0ff9a4a8d92c6" providerId="LiveId" clId="{4186D8F3-B8A0-4D8E-939C-43F371C267A4}" dt="2026-06-17T03:14:14.842" v="693" actId="14100"/>
          <ac:spMkLst>
            <pc:docMk/>
            <pc:sldMk cId="2516290163" sldId="266"/>
            <ac:spMk id="13" creationId="{7D96221E-7DF3-A044-A4CD-B7D8A03262BF}"/>
          </ac:spMkLst>
        </pc:spChg>
        <pc:graphicFrameChg chg="mod modGraphic">
          <ac:chgData name="Manisha Jangir" userId="74c0ff9a4a8d92c6" providerId="LiveId" clId="{4186D8F3-B8A0-4D8E-939C-43F371C267A4}" dt="2026-06-17T03:27:29.281" v="878" actId="207"/>
          <ac:graphicFrameMkLst>
            <pc:docMk/>
            <pc:sldMk cId="2516290163" sldId="266"/>
            <ac:graphicFrameMk id="10" creationId="{B0629C0E-BA12-7C0F-F64E-9DFDA95623EE}"/>
          </ac:graphicFrameMkLst>
        </pc:graphicFrameChg>
        <pc:picChg chg="del mod">
          <ac:chgData name="Manisha Jangir" userId="74c0ff9a4a8d92c6" providerId="LiveId" clId="{4186D8F3-B8A0-4D8E-939C-43F371C267A4}" dt="2026-06-17T03:11:04.228" v="687" actId="21"/>
          <ac:picMkLst>
            <pc:docMk/>
            <pc:sldMk cId="2516290163" sldId="266"/>
            <ac:picMk id="4" creationId="{61D7C8B3-185E-FB5E-AFC7-482BF7771FED}"/>
          </ac:picMkLst>
        </pc:picChg>
        <pc:picChg chg="add mod">
          <ac:chgData name="Manisha Jangir" userId="74c0ff9a4a8d92c6" providerId="LiveId" clId="{4186D8F3-B8A0-4D8E-939C-43F371C267A4}" dt="2026-06-17T03:13:55.323" v="690" actId="1076"/>
          <ac:picMkLst>
            <pc:docMk/>
            <pc:sldMk cId="2516290163" sldId="266"/>
            <ac:picMk id="7" creationId="{506A7F3B-56AF-CCFF-7575-82343A9B8A64}"/>
          </ac:picMkLst>
        </pc:picChg>
      </pc:sldChg>
      <pc:sldChg chg="addSp delSp modSp mod">
        <pc:chgData name="Manisha Jangir" userId="74c0ff9a4a8d92c6" providerId="LiveId" clId="{4186D8F3-B8A0-4D8E-939C-43F371C267A4}" dt="2026-06-17T03:19:55.718" v="817" actId="1076"/>
        <pc:sldMkLst>
          <pc:docMk/>
          <pc:sldMk cId="864781093" sldId="267"/>
        </pc:sldMkLst>
        <pc:spChg chg="mod">
          <ac:chgData name="Manisha Jangir" userId="74c0ff9a4a8d92c6" providerId="LiveId" clId="{4186D8F3-B8A0-4D8E-939C-43F371C267A4}" dt="2026-06-17T03:16:05.151" v="703" actId="1076"/>
          <ac:spMkLst>
            <pc:docMk/>
            <pc:sldMk cId="864781093" sldId="267"/>
            <ac:spMk id="2" creationId="{77C4B5D6-8380-A722-6FF4-5C9A28F3A5F8}"/>
          </ac:spMkLst>
        </pc:spChg>
        <pc:spChg chg="del mod">
          <ac:chgData name="Manisha Jangir" userId="74c0ff9a4a8d92c6" providerId="LiveId" clId="{4186D8F3-B8A0-4D8E-939C-43F371C267A4}" dt="2026-06-17T03:15:03.685" v="697"/>
          <ac:spMkLst>
            <pc:docMk/>
            <pc:sldMk cId="864781093" sldId="267"/>
            <ac:spMk id="3" creationId="{7AE6E1C7-5203-FC61-C9F8-823742ED5B46}"/>
          </ac:spMkLst>
        </pc:spChg>
        <pc:spChg chg="mod">
          <ac:chgData name="Manisha Jangir" userId="74c0ff9a4a8d92c6" providerId="LiveId" clId="{4186D8F3-B8A0-4D8E-939C-43F371C267A4}" dt="2026-06-17T03:19:55.718" v="817" actId="1076"/>
          <ac:spMkLst>
            <pc:docMk/>
            <pc:sldMk cId="864781093" sldId="267"/>
            <ac:spMk id="4" creationId="{6394FE51-C8EC-2D3A-6BB1-3A67F3073AC1}"/>
          </ac:spMkLst>
        </pc:spChg>
        <pc:spChg chg="mod">
          <ac:chgData name="Manisha Jangir" userId="74c0ff9a4a8d92c6" providerId="LiveId" clId="{4186D8F3-B8A0-4D8E-939C-43F371C267A4}" dt="2026-06-17T03:16:16.995" v="704" actId="1076"/>
          <ac:spMkLst>
            <pc:docMk/>
            <pc:sldMk cId="864781093" sldId="267"/>
            <ac:spMk id="5" creationId="{512CDD23-86F4-9CDC-1860-AE2D7C1F152A}"/>
          </ac:spMkLst>
        </pc:spChg>
        <pc:spChg chg="mod">
          <ac:chgData name="Manisha Jangir" userId="74c0ff9a4a8d92c6" providerId="LiveId" clId="{4186D8F3-B8A0-4D8E-939C-43F371C267A4}" dt="2026-06-17T03:17:51.027" v="726" actId="14100"/>
          <ac:spMkLst>
            <pc:docMk/>
            <pc:sldMk cId="864781093" sldId="267"/>
            <ac:spMk id="6" creationId="{87FC3026-7713-DDCA-24A5-6CF62B392AB0}"/>
          </ac:spMkLst>
        </pc:spChg>
        <pc:spChg chg="add mod">
          <ac:chgData name="Manisha Jangir" userId="74c0ff9a4a8d92c6" providerId="LiveId" clId="{4186D8F3-B8A0-4D8E-939C-43F371C267A4}" dt="2026-06-17T03:17:37.664" v="724" actId="1076"/>
          <ac:spMkLst>
            <pc:docMk/>
            <pc:sldMk cId="864781093" sldId="267"/>
            <ac:spMk id="7" creationId="{EDFA78D6-E5E3-8A48-96CF-AA2A77FBE174}"/>
          </ac:spMkLst>
        </pc:spChg>
      </pc:sldChg>
      <pc:sldChg chg="addSp delSp modSp mod">
        <pc:chgData name="Manisha Jangir" userId="74c0ff9a4a8d92c6" providerId="LiveId" clId="{4186D8F3-B8A0-4D8E-939C-43F371C267A4}" dt="2026-06-17T03:25:18.558" v="867" actId="21"/>
        <pc:sldMkLst>
          <pc:docMk/>
          <pc:sldMk cId="2006356813" sldId="268"/>
        </pc:sldMkLst>
        <pc:spChg chg="mod">
          <ac:chgData name="Manisha Jangir" userId="74c0ff9a4a8d92c6" providerId="LiveId" clId="{4186D8F3-B8A0-4D8E-939C-43F371C267A4}" dt="2026-06-17T03:21:42.289" v="850" actId="1076"/>
          <ac:spMkLst>
            <pc:docMk/>
            <pc:sldMk cId="2006356813" sldId="268"/>
            <ac:spMk id="2" creationId="{2518C44F-B52F-A966-C844-D8B39C82102A}"/>
          </ac:spMkLst>
        </pc:spChg>
        <pc:spChg chg="add del mod">
          <ac:chgData name="Manisha Jangir" userId="74c0ff9a4a8d92c6" providerId="LiveId" clId="{4186D8F3-B8A0-4D8E-939C-43F371C267A4}" dt="2026-06-17T03:25:18.558" v="867" actId="21"/>
          <ac:spMkLst>
            <pc:docMk/>
            <pc:sldMk cId="2006356813" sldId="268"/>
            <ac:spMk id="3" creationId="{39734CDB-6363-C5D7-EC51-988E7A509D28}"/>
          </ac:spMkLst>
        </pc:spChg>
      </pc:sldChg>
      <pc:sldChg chg="addSp modSp new mod">
        <pc:chgData name="Manisha Jangir" userId="74c0ff9a4a8d92c6" providerId="LiveId" clId="{4186D8F3-B8A0-4D8E-939C-43F371C267A4}" dt="2026-06-17T04:29:43.683" v="948" actId="1076"/>
        <pc:sldMkLst>
          <pc:docMk/>
          <pc:sldMk cId="453400673" sldId="269"/>
        </pc:sldMkLst>
        <pc:spChg chg="add mod">
          <ac:chgData name="Manisha Jangir" userId="74c0ff9a4a8d92c6" providerId="LiveId" clId="{4186D8F3-B8A0-4D8E-939C-43F371C267A4}" dt="2026-06-17T04:15:56.482" v="894" actId="1076"/>
          <ac:spMkLst>
            <pc:docMk/>
            <pc:sldMk cId="453400673" sldId="269"/>
            <ac:spMk id="2" creationId="{72FD566B-4342-BE5A-ECF7-720F9CEEABCA}"/>
          </ac:spMkLst>
        </pc:spChg>
        <pc:spChg chg="add mod">
          <ac:chgData name="Manisha Jangir" userId="74c0ff9a4a8d92c6" providerId="LiveId" clId="{4186D8F3-B8A0-4D8E-939C-43F371C267A4}" dt="2026-06-17T04:18:06.098" v="900" actId="1076"/>
          <ac:spMkLst>
            <pc:docMk/>
            <pc:sldMk cId="453400673" sldId="269"/>
            <ac:spMk id="3" creationId="{AD99238E-424F-A956-80F4-FF202E26F6E5}"/>
          </ac:spMkLst>
        </pc:spChg>
        <pc:spChg chg="add mod">
          <ac:chgData name="Manisha Jangir" userId="74c0ff9a4a8d92c6" providerId="LiveId" clId="{4186D8F3-B8A0-4D8E-939C-43F371C267A4}" dt="2026-06-17T04:20:04.588" v="923" actId="1076"/>
          <ac:spMkLst>
            <pc:docMk/>
            <pc:sldMk cId="453400673" sldId="269"/>
            <ac:spMk id="4" creationId="{87555736-FBEB-B211-684C-4B4BE0AD8508}"/>
          </ac:spMkLst>
        </pc:spChg>
        <pc:spChg chg="add mod">
          <ac:chgData name="Manisha Jangir" userId="74c0ff9a4a8d92c6" providerId="LiveId" clId="{4186D8F3-B8A0-4D8E-939C-43F371C267A4}" dt="2026-06-17T04:29:43.683" v="948" actId="1076"/>
          <ac:spMkLst>
            <pc:docMk/>
            <pc:sldMk cId="453400673" sldId="269"/>
            <ac:spMk id="7" creationId="{8B42AF8D-D94C-C1C7-E4A7-796DFBB50BFD}"/>
          </ac:spMkLst>
        </pc:spChg>
        <pc:spChg chg="add mod">
          <ac:chgData name="Manisha Jangir" userId="74c0ff9a4a8d92c6" providerId="LiveId" clId="{4186D8F3-B8A0-4D8E-939C-43F371C267A4}" dt="2026-06-17T04:29:37.574" v="947" actId="1076"/>
          <ac:spMkLst>
            <pc:docMk/>
            <pc:sldMk cId="453400673" sldId="269"/>
            <ac:spMk id="9" creationId="{5A520969-3421-E4AA-EFE2-9F3F63AB3168}"/>
          </ac:spMkLst>
        </pc:spChg>
        <pc:picChg chg="add mod">
          <ac:chgData name="Manisha Jangir" userId="74c0ff9a4a8d92c6" providerId="LiveId" clId="{4186D8F3-B8A0-4D8E-939C-43F371C267A4}" dt="2026-06-17T04:27:19.161" v="926" actId="1076"/>
          <ac:picMkLst>
            <pc:docMk/>
            <pc:sldMk cId="453400673" sldId="269"/>
            <ac:picMk id="6" creationId="{8F8E9AE6-351E-69F7-CDDE-F529246E22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177674-D356-4361-A76F-01B7F2C9A38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0B340-CED2-4665-A4A8-B2A6501F02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459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0B340-CED2-4665-A4A8-B2A6501F02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149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39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285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172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57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74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21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2683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579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967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17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7818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65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61470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71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540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71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22D5D-58A9-41D4-B023-E2C1E61727B1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648C48-4BA4-4FBB-8904-20D29103C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15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1CE41C-C6A1-37D7-12F8-EFE3D6E200C6}"/>
              </a:ext>
            </a:extLst>
          </p:cNvPr>
          <p:cNvSpPr txBox="1"/>
          <p:nvPr/>
        </p:nvSpPr>
        <p:spPr>
          <a:xfrm>
            <a:off x="291661" y="2050823"/>
            <a:ext cx="98192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Title</a:t>
            </a:r>
            <a:r>
              <a:rPr lang="en-IN" sz="3600" b="1" dirty="0">
                <a:solidFill>
                  <a:schemeClr val="accent3">
                    <a:lumMod val="50000"/>
                  </a:schemeClr>
                </a:solidFill>
              </a:rPr>
              <a:t> :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Stock Market News Scraper &amp;</a:t>
            </a:r>
          </a:p>
          <a:p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Sentiment Analysis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FAA0D-2898-8B8D-3840-288150B179B5}"/>
              </a:ext>
            </a:extLst>
          </p:cNvPr>
          <p:cNvSpPr txBox="1"/>
          <p:nvPr/>
        </p:nvSpPr>
        <p:spPr>
          <a:xfrm>
            <a:off x="291661" y="3606849"/>
            <a:ext cx="86920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:     </a:t>
            </a:r>
            <a:r>
              <a:rPr lang="en-IN" sz="3200" b="1" dirty="0">
                <a:solidFill>
                  <a:schemeClr val="bg2">
                    <a:lumMod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Manisha Jangir</a:t>
            </a:r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(EC)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64739-9C2D-4A91-D09D-C43201B5FD37}"/>
              </a:ext>
            </a:extLst>
          </p:cNvPr>
          <p:cNvSpPr txBox="1"/>
          <p:nvPr/>
        </p:nvSpPr>
        <p:spPr>
          <a:xfrm>
            <a:off x="291661" y="4547321"/>
            <a:ext cx="102922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Institute Name :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B.K. Birla Institute Of Engineering &amp;</a:t>
            </a:r>
          </a:p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Technology, Pilani</a:t>
            </a:r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3F157-970B-C642-3F36-C0CA0D69EFEB}"/>
              </a:ext>
            </a:extLst>
          </p:cNvPr>
          <p:cNvSpPr txBox="1"/>
          <p:nvPr/>
        </p:nvSpPr>
        <p:spPr>
          <a:xfrm>
            <a:off x="2806263" y="391071"/>
            <a:ext cx="80193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0087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8BA08A-03B4-3158-3AC8-3796F1BD9B2B}"/>
              </a:ext>
            </a:extLst>
          </p:cNvPr>
          <p:cNvSpPr txBox="1"/>
          <p:nvPr/>
        </p:nvSpPr>
        <p:spPr>
          <a:xfrm>
            <a:off x="599089" y="515007"/>
            <a:ext cx="60854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F9908F-91DC-593A-93FB-CF0A97F84D49}"/>
              </a:ext>
            </a:extLst>
          </p:cNvPr>
          <p:cNvSpPr txBox="1"/>
          <p:nvPr/>
        </p:nvSpPr>
        <p:spPr>
          <a:xfrm>
            <a:off x="1182413" y="1141006"/>
            <a:ext cx="86289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Stock market news is scattered across multiple websites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Manual sentiment analysis is time-consuming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Difficult to identify market mood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Lack of automated sentiment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Difficult to </a:t>
            </a:r>
            <a:r>
              <a:rPr lang="en-IN" sz="2000" b="1" dirty="0" err="1"/>
              <a:t>analyze</a:t>
            </a:r>
            <a:r>
              <a:rPr lang="en-IN" sz="2000" b="1" dirty="0"/>
              <a:t> large amounts of news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No centralized dashboard for market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004BCB-5B77-9A2D-1EA4-6BE83FEE2D6C}"/>
              </a:ext>
            </a:extLst>
          </p:cNvPr>
          <p:cNvSpPr txBox="1"/>
          <p:nvPr/>
        </p:nvSpPr>
        <p:spPr>
          <a:xfrm>
            <a:off x="599089" y="3429000"/>
            <a:ext cx="3710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Solution: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C2609-2A30-67ED-3152-19FA66B98A96}"/>
              </a:ext>
            </a:extLst>
          </p:cNvPr>
          <p:cNvSpPr txBox="1"/>
          <p:nvPr/>
        </p:nvSpPr>
        <p:spPr>
          <a:xfrm>
            <a:off x="1182413" y="4127002"/>
            <a:ext cx="79878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Automated stock market news scraping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Sentiment analysis using NLP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Sector-wise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CSV dataset generation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2116208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0ACA5D-4987-703D-DC63-059E9F5E833B}"/>
              </a:ext>
            </a:extLst>
          </p:cNvPr>
          <p:cNvSpPr txBox="1"/>
          <p:nvPr/>
        </p:nvSpPr>
        <p:spPr>
          <a:xfrm>
            <a:off x="483475" y="964766"/>
            <a:ext cx="44984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3">
                    <a:lumMod val="50000"/>
                  </a:schemeClr>
                </a:solidFill>
              </a:rPr>
              <a:t>Objectives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9C1A5-D3DD-522C-1C8F-558B0E9CADF2}"/>
              </a:ext>
            </a:extLst>
          </p:cNvPr>
          <p:cNvSpPr txBox="1"/>
          <p:nvPr/>
        </p:nvSpPr>
        <p:spPr>
          <a:xfrm>
            <a:off x="1266497" y="2090172"/>
            <a:ext cx="96590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Collect stock market news automatically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Store news data in CSV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 err="1"/>
              <a:t>Analyze</a:t>
            </a:r>
            <a:r>
              <a:rPr lang="en-IN" sz="2800" b="1" dirty="0"/>
              <a:t> market sentiment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Classify news as Positive, Negative, or Neutral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Visualize sentiment trends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Build an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663233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3E0C-92D9-B161-3229-33E8F4B0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A9C60B-8D09-D8E2-319F-5276AC962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187014"/>
              </p:ext>
            </p:extLst>
          </p:nvPr>
        </p:nvGraphicFramePr>
        <p:xfrm>
          <a:off x="630620" y="1545021"/>
          <a:ext cx="8713076" cy="48167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356538">
                  <a:extLst>
                    <a:ext uri="{9D8B030D-6E8A-4147-A177-3AD203B41FA5}">
                      <a16:colId xmlns:a16="http://schemas.microsoft.com/office/drawing/2014/main" val="890464117"/>
                    </a:ext>
                  </a:extLst>
                </a:gridCol>
                <a:gridCol w="4356538">
                  <a:extLst>
                    <a:ext uri="{9D8B030D-6E8A-4147-A177-3AD203B41FA5}">
                      <a16:colId xmlns:a16="http://schemas.microsoft.com/office/drawing/2014/main" val="871737300"/>
                    </a:ext>
                  </a:extLst>
                </a:gridCol>
              </a:tblGrid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152217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181567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err="1"/>
                        <a:t>BeautifulSoup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Web Scraping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59108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Data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083438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Matplotlib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Visualization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360283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 err="1"/>
                        <a:t>TextBlob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Sentiment Analysis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971039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 err="1"/>
                        <a:t>Streamlit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60640"/>
                  </a:ext>
                </a:extLst>
              </a:tr>
              <a:tr h="60209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Requests</a:t>
                      </a:r>
                      <a:endParaRPr lang="en-IN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/>
                        <a:t>Data Collection</a:t>
                      </a:r>
                      <a:endParaRPr lang="en-IN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288928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224A53-2855-A610-50EB-D860BDB3CA7C}"/>
              </a:ext>
            </a:extLst>
          </p:cNvPr>
          <p:cNvSpPr txBox="1"/>
          <p:nvPr/>
        </p:nvSpPr>
        <p:spPr>
          <a:xfrm>
            <a:off x="283779" y="496243"/>
            <a:ext cx="5812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Technologies &amp; Purpose :</a:t>
            </a:r>
          </a:p>
        </p:txBody>
      </p:sp>
    </p:spTree>
    <p:extLst>
      <p:ext uri="{BB962C8B-B14F-4D97-AF65-F5344CB8AC3E}">
        <p14:creationId xmlns:p14="http://schemas.microsoft.com/office/powerpoint/2010/main" val="1251273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AC46-DB4A-9C42-E270-3849D323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F58698D-FF6E-29D6-44D5-4FACFE561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37323"/>
              </p:ext>
            </p:extLst>
          </p:nvPr>
        </p:nvGraphicFramePr>
        <p:xfrm>
          <a:off x="7003826" y="216441"/>
          <a:ext cx="987539" cy="335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87539">
                  <a:extLst>
                    <a:ext uri="{9D8B030D-6E8A-4147-A177-3AD203B41FA5}">
                      <a16:colId xmlns:a16="http://schemas.microsoft.com/office/drawing/2014/main" val="3528824160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Website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6590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122CA9-734A-A4F6-AEC3-9459F5B7E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419917"/>
              </p:ext>
            </p:extLst>
          </p:nvPr>
        </p:nvGraphicFramePr>
        <p:xfrm>
          <a:off x="6897629" y="1214920"/>
          <a:ext cx="1199931" cy="335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99931">
                  <a:extLst>
                    <a:ext uri="{9D8B030D-6E8A-4147-A177-3AD203B41FA5}">
                      <a16:colId xmlns:a16="http://schemas.microsoft.com/office/drawing/2014/main" val="2193806368"/>
                    </a:ext>
                  </a:extLst>
                </a:gridCol>
              </a:tblGrid>
              <a:tr h="266703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Scraper.py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63336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0B6E33-C6D3-6088-4F7E-19A63FF53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65146"/>
              </p:ext>
            </p:extLst>
          </p:nvPr>
        </p:nvGraphicFramePr>
        <p:xfrm>
          <a:off x="6833658" y="2223746"/>
          <a:ext cx="1332223" cy="3352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332223">
                  <a:extLst>
                    <a:ext uri="{9D8B030D-6E8A-4147-A177-3AD203B41FA5}">
                      <a16:colId xmlns:a16="http://schemas.microsoft.com/office/drawing/2014/main" val="1759553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CSV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332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6C15BF-8BA7-D9F6-13AB-4B1C3A03F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8359551"/>
              </p:ext>
            </p:extLst>
          </p:nvPr>
        </p:nvGraphicFramePr>
        <p:xfrm>
          <a:off x="6722868" y="3227046"/>
          <a:ext cx="1443013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43013">
                  <a:extLst>
                    <a:ext uri="{9D8B030D-6E8A-4147-A177-3AD203B41FA5}">
                      <a16:colId xmlns:a16="http://schemas.microsoft.com/office/drawing/2014/main" val="28784721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4293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E2DD13B-20D2-EDF7-7AB9-064818C25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01644"/>
              </p:ext>
            </p:extLst>
          </p:nvPr>
        </p:nvGraphicFramePr>
        <p:xfrm>
          <a:off x="6665964" y="5277320"/>
          <a:ext cx="1663259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63259">
                  <a:extLst>
                    <a:ext uri="{9D8B030D-6E8A-4147-A177-3AD203B41FA5}">
                      <a16:colId xmlns:a16="http://schemas.microsoft.com/office/drawing/2014/main" val="4043297010"/>
                    </a:ext>
                  </a:extLst>
                </a:gridCol>
              </a:tblGrid>
              <a:tr h="341879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Dashboard.py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53712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524603F-BDB7-8B3D-7ADA-66F8AA590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208514"/>
              </p:ext>
            </p:extLst>
          </p:nvPr>
        </p:nvGraphicFramePr>
        <p:xfrm>
          <a:off x="6642752" y="4265906"/>
          <a:ext cx="1709684" cy="3657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709684">
                  <a:extLst>
                    <a:ext uri="{9D8B030D-6E8A-4147-A177-3AD203B41FA5}">
                      <a16:colId xmlns:a16="http://schemas.microsoft.com/office/drawing/2014/main" val="312515399"/>
                    </a:ext>
                  </a:extLst>
                </a:gridCol>
              </a:tblGrid>
              <a:tr h="136507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Sentiment.py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0692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78F7D02-898F-CA17-473B-7C339509C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58927"/>
              </p:ext>
            </p:extLst>
          </p:nvPr>
        </p:nvGraphicFramePr>
        <p:xfrm>
          <a:off x="6938356" y="6333728"/>
          <a:ext cx="1118473" cy="3708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18473">
                  <a:extLst>
                    <a:ext uri="{9D8B030D-6E8A-4147-A177-3AD203B41FA5}">
                      <a16:colId xmlns:a16="http://schemas.microsoft.com/office/drawing/2014/main" val="21816061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Browser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35354"/>
                  </a:ext>
                </a:extLst>
              </a:tr>
            </a:tbl>
          </a:graphicData>
        </a:graphic>
      </p:graphicFrame>
      <p:sp>
        <p:nvSpPr>
          <p:cNvPr id="20" name="Arrow: Down 19">
            <a:extLst>
              <a:ext uri="{FF2B5EF4-FFF2-40B4-BE49-F238E27FC236}">
                <a16:creationId xmlns:a16="http://schemas.microsoft.com/office/drawing/2014/main" id="{2719CB73-E20F-C22C-2735-304E8C5A57EA}"/>
              </a:ext>
            </a:extLst>
          </p:cNvPr>
          <p:cNvSpPr/>
          <p:nvPr/>
        </p:nvSpPr>
        <p:spPr>
          <a:xfrm>
            <a:off x="7292650" y="558517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7F80CDDD-9348-9454-7072-52DA7F8AE92E}"/>
              </a:ext>
            </a:extLst>
          </p:cNvPr>
          <p:cNvSpPr/>
          <p:nvPr/>
        </p:nvSpPr>
        <p:spPr>
          <a:xfrm>
            <a:off x="7292650" y="1555726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73116084-9059-082A-D4B4-F1FC68F34EE3}"/>
              </a:ext>
            </a:extLst>
          </p:cNvPr>
          <p:cNvSpPr/>
          <p:nvPr/>
        </p:nvSpPr>
        <p:spPr>
          <a:xfrm>
            <a:off x="7294855" y="2559026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2A784D5F-8108-5385-8EA5-37667A412A6F}"/>
              </a:ext>
            </a:extLst>
          </p:cNvPr>
          <p:cNvSpPr/>
          <p:nvPr/>
        </p:nvSpPr>
        <p:spPr>
          <a:xfrm>
            <a:off x="7292649" y="3597886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51A6B90-53D6-3981-7765-5D1FB278EE57}"/>
              </a:ext>
            </a:extLst>
          </p:cNvPr>
          <p:cNvSpPr/>
          <p:nvPr/>
        </p:nvSpPr>
        <p:spPr>
          <a:xfrm>
            <a:off x="7292649" y="4626140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9FC2DCF8-BB86-285D-4DFE-2792F4CE87EB}"/>
              </a:ext>
            </a:extLst>
          </p:cNvPr>
          <p:cNvSpPr/>
          <p:nvPr/>
        </p:nvSpPr>
        <p:spPr>
          <a:xfrm>
            <a:off x="7292649" y="5654394"/>
            <a:ext cx="409890" cy="668020"/>
          </a:xfrm>
          <a:prstGeom prst="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B6EDAD-989B-CAD7-A327-3946369B277C}"/>
              </a:ext>
            </a:extLst>
          </p:cNvPr>
          <p:cNvSpPr txBox="1"/>
          <p:nvPr/>
        </p:nvSpPr>
        <p:spPr>
          <a:xfrm>
            <a:off x="262758" y="266130"/>
            <a:ext cx="4330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Workflow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BDB52-7CB4-956B-68C5-D38BBEA36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126" y="1226537"/>
            <a:ext cx="3696020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6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12788-37C4-A4B2-BB69-A8637527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8CB16-32FF-E990-B0E8-0D7D63081811}"/>
              </a:ext>
            </a:extLst>
          </p:cNvPr>
          <p:cNvSpPr txBox="1"/>
          <p:nvPr/>
        </p:nvSpPr>
        <p:spPr>
          <a:xfrm>
            <a:off x="304799" y="880268"/>
            <a:ext cx="477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Collection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402C9-5401-EC6D-2F25-E980A04194BF}"/>
              </a:ext>
            </a:extLst>
          </p:cNvPr>
          <p:cNvSpPr txBox="1"/>
          <p:nvPr/>
        </p:nvSpPr>
        <p:spPr>
          <a:xfrm>
            <a:off x="545180" y="1880786"/>
            <a:ext cx="3276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Stock Market Data 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BB1CA-9198-3C48-0555-C400A67E5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80" y="2635084"/>
            <a:ext cx="9062633" cy="30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30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008B-9C3D-CF27-AFB5-FE077E9A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BE84C-58B4-6A49-3BEE-4A98FE43BD7A}"/>
              </a:ext>
            </a:extLst>
          </p:cNvPr>
          <p:cNvSpPr txBox="1"/>
          <p:nvPr/>
        </p:nvSpPr>
        <p:spPr>
          <a:xfrm>
            <a:off x="273269" y="346842"/>
            <a:ext cx="518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 Results :</a:t>
            </a:r>
            <a:endParaRPr lang="en-IN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BD91C0-5C35-E8D3-18F7-4A2933371D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94" y="870062"/>
            <a:ext cx="6479639" cy="32398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286B65-CAA5-407C-6861-C78BDE0008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403" y="4109881"/>
            <a:ext cx="4374931" cy="273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6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D769-A2A3-36E6-43D7-CC1BDCD7F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FC289A-27CA-EBD0-5DAD-65E1A0A1373E}"/>
              </a:ext>
            </a:extLst>
          </p:cNvPr>
          <p:cNvSpPr txBox="1"/>
          <p:nvPr/>
        </p:nvSpPr>
        <p:spPr>
          <a:xfrm>
            <a:off x="86360" y="511135"/>
            <a:ext cx="3393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52CA53-066C-0823-78D3-C4FCEC961307}"/>
              </a:ext>
            </a:extLst>
          </p:cNvPr>
          <p:cNvSpPr txBox="1"/>
          <p:nvPr/>
        </p:nvSpPr>
        <p:spPr>
          <a:xfrm>
            <a:off x="585955" y="1272749"/>
            <a:ext cx="239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Features: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4887C1-38F4-1485-1320-64101F5E2C73}"/>
              </a:ext>
            </a:extLst>
          </p:cNvPr>
          <p:cNvSpPr txBox="1"/>
          <p:nvPr/>
        </p:nvSpPr>
        <p:spPr>
          <a:xfrm>
            <a:off x="1161377" y="1919080"/>
            <a:ext cx="299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Dataset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Search Fund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Analysis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Forecast Results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0629C0E-BA12-7C0F-F64E-9DFDA95623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323109"/>
              </p:ext>
            </p:extLst>
          </p:nvPr>
        </p:nvGraphicFramePr>
        <p:xfrm>
          <a:off x="6096000" y="2032757"/>
          <a:ext cx="1730686" cy="4572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730686">
                  <a:extLst>
                    <a:ext uri="{9D8B030D-6E8A-4147-A177-3AD203B41FA5}">
                      <a16:colId xmlns:a16="http://schemas.microsoft.com/office/drawing/2014/main" val="740316741"/>
                    </a:ext>
                  </a:extLst>
                </a:gridCol>
              </a:tblGrid>
              <a:tr h="276014">
                <a:tc>
                  <a:txBody>
                    <a:bodyPr/>
                    <a:lstStyle/>
                    <a:p>
                      <a:r>
                        <a:rPr lang="en-IN" sz="24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278759"/>
                  </a:ext>
                </a:extLst>
              </a:tr>
            </a:tbl>
          </a:graphicData>
        </a:graphic>
      </p:graphicFrame>
      <p:sp>
        <p:nvSpPr>
          <p:cNvPr id="13" name="Arrow: Down 12">
            <a:extLst>
              <a:ext uri="{FF2B5EF4-FFF2-40B4-BE49-F238E27FC236}">
                <a16:creationId xmlns:a16="http://schemas.microsoft.com/office/drawing/2014/main" id="{7D96221E-7DF3-A044-A4CD-B7D8A03262BF}"/>
              </a:ext>
            </a:extLst>
          </p:cNvPr>
          <p:cNvSpPr/>
          <p:nvPr/>
        </p:nvSpPr>
        <p:spPr>
          <a:xfrm>
            <a:off x="6626063" y="2559728"/>
            <a:ext cx="670560" cy="7195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6A7F3B-56AF-CCFF-7575-82343A9B8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192" y="3429000"/>
            <a:ext cx="6021426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90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5DC6-19FA-13AB-D7D1-FA30979A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4B5D6-8380-A722-6FF4-5C9A28F3A5F8}"/>
              </a:ext>
            </a:extLst>
          </p:cNvPr>
          <p:cNvSpPr txBox="1"/>
          <p:nvPr/>
        </p:nvSpPr>
        <p:spPr>
          <a:xfrm>
            <a:off x="115613" y="152058"/>
            <a:ext cx="630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&amp; Future Scope 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4FE51-C8EC-2D3A-6BB1-3A67F3073AC1}"/>
              </a:ext>
            </a:extLst>
          </p:cNvPr>
          <p:cNvSpPr txBox="1"/>
          <p:nvPr/>
        </p:nvSpPr>
        <p:spPr>
          <a:xfrm>
            <a:off x="1073455" y="4300063"/>
            <a:ext cx="66830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Real-time news updates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Multiple news 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Company extraction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Market trend forecasting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Investment recommendation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CDD23-86F4-9CDC-1860-AE2D7C1F152A}"/>
              </a:ext>
            </a:extLst>
          </p:cNvPr>
          <p:cNvSpPr txBox="1"/>
          <p:nvPr/>
        </p:nvSpPr>
        <p:spPr>
          <a:xfrm>
            <a:off x="309880" y="798389"/>
            <a:ext cx="314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Conclusion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C3026-7713-DDCA-24A5-6CF62B392AB0}"/>
              </a:ext>
            </a:extLst>
          </p:cNvPr>
          <p:cNvSpPr txBox="1"/>
          <p:nvPr/>
        </p:nvSpPr>
        <p:spPr>
          <a:xfrm>
            <a:off x="655320" y="3715288"/>
            <a:ext cx="3012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Future Scope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A78D6-E5E3-8A48-96CF-AA2A77FBE174}"/>
              </a:ext>
            </a:extLst>
          </p:cNvPr>
          <p:cNvSpPr txBox="1"/>
          <p:nvPr/>
        </p:nvSpPr>
        <p:spPr>
          <a:xfrm>
            <a:off x="1073455" y="1383164"/>
            <a:ext cx="63993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Successfully scraped stock market news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Performed sentiment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Generated visual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Built interactive 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Organized news data automatically</a:t>
            </a:r>
          </a:p>
        </p:txBody>
      </p:sp>
    </p:spTree>
    <p:extLst>
      <p:ext uri="{BB962C8B-B14F-4D97-AF65-F5344CB8AC3E}">
        <p14:creationId xmlns:p14="http://schemas.microsoft.com/office/powerpoint/2010/main" val="864781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FD566B-4342-BE5A-ECF7-720F9CEEABCA}"/>
              </a:ext>
            </a:extLst>
          </p:cNvPr>
          <p:cNvSpPr txBox="1"/>
          <p:nvPr/>
        </p:nvSpPr>
        <p:spPr>
          <a:xfrm>
            <a:off x="493986" y="306702"/>
            <a:ext cx="4256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3">
                    <a:lumMod val="50000"/>
                  </a:schemeClr>
                </a:solidFill>
              </a:rPr>
              <a:t>GitHub Repository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9238E-424F-A956-80F4-FF202E26F6E5}"/>
              </a:ext>
            </a:extLst>
          </p:cNvPr>
          <p:cNvSpPr txBox="1"/>
          <p:nvPr/>
        </p:nvSpPr>
        <p:spPr>
          <a:xfrm>
            <a:off x="493986" y="1223899"/>
            <a:ext cx="3678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Repository Contains: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55736-FBEB-B211-684C-4B4BE0AD8508}"/>
              </a:ext>
            </a:extLst>
          </p:cNvPr>
          <p:cNvSpPr txBox="1"/>
          <p:nvPr/>
        </p:nvSpPr>
        <p:spPr>
          <a:xfrm>
            <a:off x="998482" y="1822198"/>
            <a:ext cx="42566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Source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Analysis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Documentation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Project Presentation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8E9AE6-351E-69F7-CDDE-F529246E2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52" y="1223899"/>
            <a:ext cx="4077053" cy="52734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42AF8D-D94C-C1C7-E4A7-796DFBB50BFD}"/>
              </a:ext>
            </a:extLst>
          </p:cNvPr>
          <p:cNvSpPr txBox="1"/>
          <p:nvPr/>
        </p:nvSpPr>
        <p:spPr>
          <a:xfrm>
            <a:off x="646385" y="4691911"/>
            <a:ext cx="3163614" cy="461665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 rtlCol="0">
            <a:spAutoFit/>
          </a:bodyPr>
          <a:lstStyle/>
          <a:p>
            <a:r>
              <a:rPr lang="en-IN" sz="2400" b="1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</a:rPr>
              <a:t>Repository Structure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A520969-3421-E4AA-EFE2-9F3F63AB3168}"/>
              </a:ext>
            </a:extLst>
          </p:cNvPr>
          <p:cNvSpPr/>
          <p:nvPr/>
        </p:nvSpPr>
        <p:spPr>
          <a:xfrm rot="16200000">
            <a:off x="3934548" y="4562993"/>
            <a:ext cx="670560" cy="719500"/>
          </a:xfrm>
          <a:prstGeom prst="downArrow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00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A1806-3238-6E5A-CC34-97432B2FB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8C44F-B52F-A966-C844-D8B39C82102A}"/>
              </a:ext>
            </a:extLst>
          </p:cNvPr>
          <p:cNvSpPr txBox="1"/>
          <p:nvPr/>
        </p:nvSpPr>
        <p:spPr>
          <a:xfrm>
            <a:off x="754467" y="2497976"/>
            <a:ext cx="7548705" cy="186204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IN" sz="11500" b="1" dirty="0">
                <a:ln/>
                <a:solidFill>
                  <a:schemeClr val="accent3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063568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379</TotalTime>
  <Words>256</Words>
  <Application>Microsoft Office PowerPoint</Application>
  <PresentationFormat>Widescreen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akshayjangir.com1111@gmail.com</dc:creator>
  <cp:lastModifiedBy>Manisha Jangir</cp:lastModifiedBy>
  <cp:revision>2</cp:revision>
  <dcterms:created xsi:type="dcterms:W3CDTF">2026-06-16T09:57:15Z</dcterms:created>
  <dcterms:modified xsi:type="dcterms:W3CDTF">2026-06-17T04:29:54Z</dcterms:modified>
</cp:coreProperties>
</file>